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1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449AB-2F0D-AB20-8BF1-A9DDAF88E7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3FDDDF-674B-35F7-D910-1E4CEB9EC5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5783C6-EE26-E88F-044F-97D6D4366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79D2E-AA86-4154-BD4E-13B9C7BE2B66}" type="datetimeFigureOut">
              <a:rPr lang="en-GB" smtClean="0"/>
              <a:t>31/07/2024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D0E415-52DB-5177-7A5E-5456A5F4D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4692D7-8CC8-A62F-6268-EAE70664F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8140C-058F-41B4-893D-FDED856E44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99796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44B06-31DD-9A44-44E1-DFB37B6D9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0153C0-0D94-7C0D-0A8D-3C29F57CEE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669A40-70BD-CE6D-DFC9-BE27AB7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79D2E-AA86-4154-BD4E-13B9C7BE2B66}" type="datetimeFigureOut">
              <a:rPr lang="en-GB" smtClean="0"/>
              <a:t>31/07/2024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581C83-3201-7BAB-AF0C-4D5C692EE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BEF198-346F-AF8A-E9FA-F7AA71D07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8140C-058F-41B4-893D-FDED856E44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263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E3DF9-61C4-E542-C71E-D319AC408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3B0B19-7492-A254-AABC-1128CD14F1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A5BE75-10DF-1DF1-DC23-9ABBF8518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79D2E-AA86-4154-BD4E-13B9C7BE2B66}" type="datetimeFigureOut">
              <a:rPr lang="en-GB" smtClean="0"/>
              <a:t>31/07/2024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EE842C-53E0-CE1C-0659-5D83F2183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D4D771-ED00-D0DE-4D93-B5E1C36EA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8140C-058F-41B4-893D-FDED856E44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03496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924B7-858D-165A-3DE3-833A0BC30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4AB7F2-9477-C34A-ADC3-CFF813A5C7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259A35-73E1-A8B7-A764-64FA34027E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DF419A-569D-CB4C-C6EE-2ECFC1B86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79D2E-AA86-4154-BD4E-13B9C7BE2B66}" type="datetimeFigureOut">
              <a:rPr lang="en-GB" smtClean="0"/>
              <a:t>31/07/2024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ABF0EA-8999-7EFA-B264-787300ADD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A63CC8-5FE6-DA28-E0A7-E9E2B3C0A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8140C-058F-41B4-893D-FDED856E44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54509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56B8D-3552-4832-63AD-A39C00216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B8B2A9-B1F8-8C1C-8728-E2B0B8A43F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510A90-6E55-BAA8-CC46-9BC33C87FF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69E4ED-D64C-2F46-5828-D26C8D4ACC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44EE74-0CE8-C4C2-B90C-1FBB0F23D3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3605E0-4673-19E2-D6E5-05BF02129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79D2E-AA86-4154-BD4E-13B9C7BE2B66}" type="datetimeFigureOut">
              <a:rPr lang="en-GB" smtClean="0"/>
              <a:t>31/07/2024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C7E4C8-363A-ECC2-0C1D-7652B4AD3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10CDBE-EE43-1767-BF83-589A5310B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8140C-058F-41B4-893D-FDED856E44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13071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B2D19-0B81-B87C-12D9-B624BBA7D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674C0B-D1BC-2A3D-98AB-CEA6E4D35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79D2E-AA86-4154-BD4E-13B9C7BE2B66}" type="datetimeFigureOut">
              <a:rPr lang="en-GB" smtClean="0"/>
              <a:t>31/07/2024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A65F64-82B9-E83C-EE59-4C7622170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0EEC6A-A779-EBC8-4526-955ADE17F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8140C-058F-41B4-893D-FDED856E44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73232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107CE9-C5FB-4AD5-D26F-1C83C30E6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79D2E-AA86-4154-BD4E-13B9C7BE2B66}" type="datetimeFigureOut">
              <a:rPr lang="en-GB" smtClean="0"/>
              <a:t>31/07/2024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51DE39-0C65-48F1-5A82-2F0648290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59FCDA-77E9-E259-9A50-376114ABA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8140C-058F-41B4-893D-FDED856E44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11431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7D384-5CB1-27FA-A1B3-B9C06870E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C18132-6F68-A7BD-C92F-AE75F8A5E7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BB6CBE-0F2A-4F8F-9198-BC8CF0C217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37F20A-38C6-5B40-5FD6-ACE00D31E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79D2E-AA86-4154-BD4E-13B9C7BE2B66}" type="datetimeFigureOut">
              <a:rPr lang="en-GB" smtClean="0"/>
              <a:t>31/07/2024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86E283-EFCA-9935-04D7-5F1AB62D7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539D06-823A-1FA3-CBF7-E415D789E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8140C-058F-41B4-893D-FDED856E44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0517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01C39-9FC2-5BBF-77A4-2B73A8743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591E64-FFF7-9767-6A73-4366F4D81A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F5FC21-A69D-273F-6187-19CBDC12AE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806F4B-1E2E-85DA-15D4-84404F1AA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79D2E-AA86-4154-BD4E-13B9C7BE2B66}" type="datetimeFigureOut">
              <a:rPr lang="en-GB" smtClean="0"/>
              <a:t>31/07/2024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642510-696C-7DF7-D397-25181514A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E5B842-E022-F4CA-F7ED-02CDE0565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8140C-058F-41B4-893D-FDED856E44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0476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1F109-6D32-7594-7317-C775C35C1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2CDB90-3570-992A-6BDE-123CE63540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3C3F84-1140-5D6B-D443-0FA54158F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79D2E-AA86-4154-BD4E-13B9C7BE2B66}" type="datetimeFigureOut">
              <a:rPr lang="en-GB" smtClean="0"/>
              <a:t>31/07/2024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CB45F3-3ACD-DB8E-65BE-B68D54022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4E5536-62EA-74B0-77B6-7E486FFC6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8140C-058F-41B4-893D-FDED856E44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0125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AABEE9-5C12-BEAA-B549-6FD6FCA7A7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1BD1D1-D6AD-EE57-AA7C-51524721BC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8447AD-50BC-08EE-28F1-BC116B12F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79D2E-AA86-4154-BD4E-13B9C7BE2B66}" type="datetimeFigureOut">
              <a:rPr lang="en-GB" smtClean="0"/>
              <a:t>31/07/2024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B7F235-279D-CB2A-865B-E4A8AC939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AF728B-4342-679F-DE69-603DE2BCE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8140C-058F-41B4-893D-FDED856E44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3708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73B48E-6937-11DB-B020-886A63DDE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D3292F-6350-F9F3-D342-4D80015D5B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61708E-7FE4-414D-C96E-7452C6E189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979D2E-AA86-4154-BD4E-13B9C7BE2B66}" type="datetimeFigureOut">
              <a:rPr lang="en-GB" smtClean="0"/>
              <a:t>31/07/2024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9B4691-C4FF-05C5-8B6E-FFDA15FC20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BBC042-6ACD-4F28-5FB2-66C77C5F7F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F8140C-058F-41B4-893D-FDED856E44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6283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D3222-127C-5215-9D5E-257414FDC1A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ACFCB5-F804-90C6-794B-782E501B03A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4258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Hagglund, Samuel</dc:creator>
  <cp:lastModifiedBy>Hagglund, Samuel</cp:lastModifiedBy>
  <cp:revision>1</cp:revision>
  <dcterms:created xsi:type="dcterms:W3CDTF">2024-07-31T16:09:48Z</dcterms:created>
  <dcterms:modified xsi:type="dcterms:W3CDTF">2024-07-31T16:10:11Z</dcterms:modified>
</cp:coreProperties>
</file>