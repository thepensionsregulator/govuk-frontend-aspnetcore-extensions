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E0AF3-86A6-09DD-CF3C-540CBB88DF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DC2F4-849E-FCA7-26BB-AD324DF9C1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BC300-51BA-9EBC-F3F0-4B10B2AA9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7203C-0E94-68BB-8206-69DCA5EA4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392FD-2F72-684D-092E-5CA392A4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6436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247CE-5C99-A0E8-7E09-5FB987874D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ABE9B-EBB9-2F13-4ED8-F9276E68C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7278F0-D342-1E7E-F199-150918150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87A35-F35D-D2FC-8742-B1CD668F5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BF64F-CEC0-38E9-50DF-FAC52193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9992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9B94EA-5377-D76A-4CF0-8FCBB31E3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4EC607-68EC-60B8-0AFC-41AEACF5ED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EFB6AB-D2F9-3F97-3D12-A9249DFD3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8A38DC-27B5-C8C7-0F92-11E9B79BD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783A97-E18D-9E11-F62F-7EBAB639A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22108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6041-AAF1-61F8-7BBE-4450973E4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D5E1E-A854-5D03-3156-592B574314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602C3E-ECA0-02CE-CF23-4BF7ED503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EA9F30-0796-A66E-7E80-10B4AE39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B55822-7A24-5D9F-F681-A11AF53E2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B3A085-55CD-7298-71CB-D4971448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028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0FB8D-2C71-B4FC-E77C-D203B9108B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64DF2-76C1-FCA9-7895-3075A40284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48A77B-695D-B92C-A415-AA7AABAD18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F7CEE1-ECFF-FD8C-80FF-C496313242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0B1CF3-03B2-42E9-2B11-A4DA8A744B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6073F-1A06-BCED-550B-30745956E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19DFBD-F4B2-3A09-0CC4-6F64D1203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B3645E-45AF-0D1B-0727-44B19358D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8082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5BC3D-CE54-3D38-88CD-4CACD052D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266844-1BEF-7B9C-0B4B-9EF5CC100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F8E157-D0BF-36B2-B345-04FCCCE9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69FFC-6D06-83E2-E1EF-9DECCD861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9581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47387F-E593-2271-B8E3-3D23F35E8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17664-8954-9182-D129-19B76970E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129C4-939F-FB65-3942-F3D30485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1262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A0F31-B470-4C55-8E75-F588608AF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45AB6-51A0-06A8-4EBB-84CF78367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55000F-DAC1-8FDB-8A57-EC8365104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99CBB-FFBD-A0CD-1066-8AFEF51F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FAA87-2FBD-397F-76E0-1AB070EED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810F6-B867-F0A5-EA3B-3D404D14D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0205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656E5-0776-0C0F-66BD-319FFB63C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15088A-6906-1689-63DD-22D45F5150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F51839-938A-1F7C-C3C8-0B5053E6C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887EB-3D0A-5B98-C1FD-10FBBA42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7B06CE-82AF-0E7F-82CC-8CF0B5100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AD57CD-9CF7-F4DC-F99A-A120968AD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144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8C838-6790-1439-F182-9FF9D3C2D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61E2B7-E055-EE69-5421-F7079DEBA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6971C-BE6C-F890-F416-586A18DC2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20D0EC-A385-1E1C-C431-5FC653D48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A3B0B-8887-7ADC-8308-E965AE22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509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A420D9-881D-FD94-55CC-52A47DC95A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CACAFE-71A7-6EE3-1697-5133D1253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45A77-8E5D-A786-CBC5-FA95C7BF4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608F8B-CEB3-4C95-49D1-4C68B105D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9B13B-7073-B032-5513-FC591275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600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E67A70-582C-030C-1268-EB4243B09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71B8B-AFF5-0481-F2F5-633C75404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6F45-3FB7-8D33-4451-93F554A9FC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A76E44-A4DE-43A9-9B4F-2519FF98A51B}" type="datetimeFigureOut">
              <a:rPr lang="en-GB" smtClean="0"/>
              <a:t>13/05/2025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23CDD0-8DBC-63F3-EED7-AC7FAF4F3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3E3F97-011C-AA4F-BBD3-55D834DAD1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97212D-3B2C-4035-8E55-DA685AA76A9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845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203CE-FA0D-E59C-6755-3C587BDBCB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2075" y="1116013"/>
            <a:ext cx="9467850" cy="2387600"/>
          </a:xfrm>
        </p:spPr>
        <p:txBody>
          <a:bodyPr/>
          <a:lstStyle/>
          <a:p>
            <a:r>
              <a:rPr lang="en-GB" dirty="0"/>
              <a:t>EXAMPLE POWERPOINT FILE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CF2762-B9E7-8C72-2405-37F9CF653D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sz="2000" dirty="0"/>
              <a:t>THIS FILE IS BEING USED FOR FILE HANDLING EXAMPLE PURPOSES</a:t>
            </a:r>
          </a:p>
        </p:txBody>
      </p:sp>
    </p:spTree>
    <p:extLst>
      <p:ext uri="{BB962C8B-B14F-4D97-AF65-F5344CB8AC3E}">
        <p14:creationId xmlns:p14="http://schemas.microsoft.com/office/powerpoint/2010/main" val="671654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23C70-3D6B-0464-F89A-C9D93ED6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LOREM IPSUM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5A3DB6-519C-DD6B-2F9E-57BC7F59D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labore et dolore magna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Duis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irure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reprehenderit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voluptate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esse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cillum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dolore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fugiat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pariatur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Excepteur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occaecat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cupidatat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proident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sunt in culpa qui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officia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deserunt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anim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laborum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0" indent="0">
              <a:buNone/>
            </a:pPr>
            <a:endParaRPr lang="en-GB" sz="1800" dirty="0">
              <a:solidFill>
                <a:srgbClr val="000000"/>
              </a:solidFill>
              <a:latin typeface="Open Sans" panose="020B0606030504020204" pitchFamily="34" charset="0"/>
            </a:endParaRPr>
          </a:p>
          <a:p>
            <a:pPr marL="0" indent="0"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labore et dolore magna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Duis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irure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reprehenderit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voluptate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esse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cillum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dolore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fugiat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pariatur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Excepteur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occaecat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cupidatat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proident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sunt in culpa qui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officia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deserunt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anim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laborum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Lorem ipsum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sit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amet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consectetur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adipiscing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sed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eiusmod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tempor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incididunt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labore et dolore magna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Ut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enim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ad minim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veniam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quis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nostrud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exercitation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ullamco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laboris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nisi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ut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aliquip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ex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commodo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consequat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Duis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aute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irure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dolor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reprehenderit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voluptate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velit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esse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cillum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dolore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eu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fugiat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nulla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pariatur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Excepteur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sint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occaecat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cupidatat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non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proident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, sunt in culpa qui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officia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deserunt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mollit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anim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id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est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</a:t>
            </a:r>
            <a:r>
              <a:rPr lang="en-GB" sz="1800" b="0" i="0" dirty="0" err="1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laborum</a:t>
            </a:r>
            <a:r>
              <a:rPr lang="en-GB" sz="1800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.</a:t>
            </a:r>
          </a:p>
          <a:p>
            <a:pPr marL="0" indent="0">
              <a:buNone/>
            </a:pP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1893985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Open Sans</vt:lpstr>
      <vt:lpstr>Office Theme</vt:lpstr>
      <vt:lpstr>EXAMPLE POWERPOINT FILE</vt:lpstr>
      <vt:lpstr>LOREM IPSUM</vt:lpstr>
    </vt:vector>
  </TitlesOfParts>
  <Company>The Pensions Regulator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Lambourne, Ethan</dc:creator>
  <cp:lastModifiedBy>Lambourne, Ethan</cp:lastModifiedBy>
  <cp:revision>1</cp:revision>
  <dcterms:created xsi:type="dcterms:W3CDTF">2025-05-13T15:05:51Z</dcterms:created>
  <dcterms:modified xsi:type="dcterms:W3CDTF">2025-05-13T15:10:49Z</dcterms:modified>
</cp:coreProperties>
</file>